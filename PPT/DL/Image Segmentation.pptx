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658" autoAdjust="0"/>
    <p:restoredTop sz="94660"/>
  </p:normalViewPr>
  <p:slideViewPr>
    <p:cSldViewPr snapToGrid="0">
      <p:cViewPr varScale="1">
        <p:scale>
          <a:sx n="68" d="100"/>
          <a:sy n="68" d="100"/>
        </p:scale>
        <p:origin x="92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nivas Jilla" userId="d96cae76-aae8-4f5a-a78a-cb62a91a7940" providerId="ADAL" clId="{F1BE5318-7045-4594-8B49-553023B04152}"/>
    <pc:docChg chg="modSld">
      <pc:chgData name="Sreenivas Jilla" userId="d96cae76-aae8-4f5a-a78a-cb62a91a7940" providerId="ADAL" clId="{F1BE5318-7045-4594-8B49-553023B04152}" dt="2024-07-25T12:21:59.536" v="5" actId="20577"/>
      <pc:docMkLst>
        <pc:docMk/>
      </pc:docMkLst>
      <pc:sldChg chg="modSp mod">
        <pc:chgData name="Sreenivas Jilla" userId="d96cae76-aae8-4f5a-a78a-cb62a91a7940" providerId="ADAL" clId="{F1BE5318-7045-4594-8B49-553023B04152}" dt="2024-07-25T12:21:59.536" v="5" actId="20577"/>
        <pc:sldMkLst>
          <pc:docMk/>
          <pc:sldMk cId="4104963654" sldId="257"/>
        </pc:sldMkLst>
        <pc:spChg chg="mod">
          <ac:chgData name="Sreenivas Jilla" userId="d96cae76-aae8-4f5a-a78a-cb62a91a7940" providerId="ADAL" clId="{F1BE5318-7045-4594-8B49-553023B04152}" dt="2024-07-25T12:21:59.536" v="5" actId="20577"/>
          <ac:spMkLst>
            <pc:docMk/>
            <pc:sldMk cId="4104963654" sldId="257"/>
            <ac:spMk id="2" creationId="{18E1EAB3-21CC-C047-8423-1C6C59A095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7B2E-E673-D48B-EE87-E9D9B8DA6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C71BC-BB84-4485-8B58-3BD9CB5BC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E1A7F-9C3B-7EF1-E9B0-385B1DDBF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5AEAD-0668-47FD-74A2-93F7FD92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FF333-6C1D-E4FF-8EC7-E9167A02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77B2-5756-DEA6-548B-CE1F09F4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F78A9-1807-78EC-BCA2-CCD2AAAF4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4DF4C-3260-B0DE-7959-92A495AB6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46913-BC44-D510-FA4F-43C4EC11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E94F5-DDF1-A9A9-45E1-20EC59A1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E8ADA-1C98-84A6-4B30-F000EBCA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C64A2-0A17-F7ED-A640-1735686E8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4D1D8-C296-7432-59DD-A634106C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0B1C2-F94F-6943-BF3D-9A0B09BFB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51892-2A03-743C-C357-92ECF991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8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4F751-741A-D2DB-3A94-F6625D225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48796-1E77-6999-6D9C-F9BACE6B3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F774E-E2C9-F193-AC55-A334610D2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68E6E-8E51-DB0F-5FB3-85A717B65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3D31C-083D-993E-7449-BDAD0E95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33289-66A0-9A0F-AC06-8A704732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51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998CC-60F4-D8C8-4AED-3A38EFA6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0CF75-1E55-43F6-C941-A6382BF51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A14A2-E2FB-9A82-DA36-8B15C2625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1D211-1EDA-CE79-6BF8-A8E1808196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F7805-302F-D4D6-E201-F9F718803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ADC76-7919-93DB-5C40-020C79F3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494A61-9679-62BA-C068-179A1089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FE865-813D-D136-6216-2D359D61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7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B533-0005-24C7-984E-C255E83A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BC80F-840F-899C-8326-F06277EE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C70D1-D093-9771-9C68-614F8DAE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EABE4-B28D-5A2A-6DA6-681EA3F8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87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38273-FE77-5E3C-3047-7EB3DC74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01044-9986-0735-8652-8C4A6155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B6434-DC00-D01B-850B-84F55E89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72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1014E-0EDD-8963-7C11-42D794BF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8D431-BF8F-F399-0D5D-943E772B5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DBDFC-7350-7B38-20EA-812C8ED8A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F6F1F-E6D8-5883-785E-AABF7ED23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A0731-8ECB-6D05-3FA8-D079269B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9A3A2-1642-FB71-458A-446F42B4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24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193E7-97A5-AABC-C488-5E62F783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870EE-81C0-C0DA-6BBF-DC1AD3839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2E935-2239-B003-C78E-FD523D303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81BE0-9B1A-DC44-7181-FA0CB82C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96CA1-8E6C-87D5-5545-42B17945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F68C5-8399-6D0E-CC8B-85860827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6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599C-7DEC-71CA-D8AC-724EB3E2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32085-16C7-A6F8-015B-CA72946B7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FDF15-7E91-BDC5-C34B-7D02D253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5853F-679C-8CFC-DFD5-3E21365C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650AC-4562-B1B7-E891-853C0A12F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0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C5DB9-F65C-114F-69CD-C73935806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07161-2E68-DE22-9829-5D45735E4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475AE-00B0-63B4-AF5A-28606DB6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1B6C4-8597-0324-32C2-8BD0CF9C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73D0D-3256-EB19-8B92-BF9057C4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8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E36AD-DE34-F482-FBB7-B2D49A96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BE14F-D6CB-F634-5CF3-8C5D738DE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7570D-0E8D-B513-2297-2FE1BC48A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0318E-4E0F-4835-89ED-91223AE7D091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CEC02-FC09-950E-1E0D-DAF275591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C0CA1-4D3E-80DE-7296-4520B02BF0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64E081-EA39-4F9F-BC72-30404B788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27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AB3-21CC-C047-8423-1C6C59A0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3288" y="321732"/>
            <a:ext cx="9276178" cy="4240743"/>
          </a:xfrm>
        </p:spPr>
        <p:txBody>
          <a:bodyPr>
            <a:normAutofit/>
          </a:bodyPr>
          <a:lstStyle/>
          <a:p>
            <a:pPr algn="l"/>
            <a:r>
              <a:rPr lang="en-US" sz="6600" b="1"/>
              <a:t>Deep Learning- Computer 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7532-4B6C-A93E-E3A2-4727D22E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4FC2883A-A46C-4284-9FA2-5AC0504E0C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42D4A60-BA2A-2749-9600-719D85B2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465195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54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AB3-21CC-C047-8423-1C6C59A0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04164"/>
            <a:ext cx="9276178" cy="2762251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b="1" dirty="0"/>
              <a:t>Image classification: What object is present in the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7532-4B6C-A93E-E3A2-4727D22E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42D4A60-BA2A-2749-9600-719D85B2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465195"/>
            <a:ext cx="1097280" cy="109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A024CF-C613-C2CC-9DDC-76EC318EC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3465" y="3691586"/>
            <a:ext cx="38671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6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AB3-21CC-C047-8423-1C6C59A0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-1945218"/>
            <a:ext cx="9276178" cy="4240743"/>
          </a:xfrm>
        </p:spPr>
        <p:txBody>
          <a:bodyPr>
            <a:normAutofit/>
          </a:bodyPr>
          <a:lstStyle/>
          <a:p>
            <a:pPr algn="l"/>
            <a:r>
              <a:rPr lang="en-US" sz="6600" b="1" dirty="0"/>
              <a:t>Multi-class image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7532-4B6C-A93E-E3A2-4727D22E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42D4A60-BA2A-2749-9600-719D85B2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465195"/>
            <a:ext cx="1097280" cy="109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2A9EA2-2940-0EED-767A-8C12BF34A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4781" y="2504247"/>
            <a:ext cx="69723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1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AB3-21CC-C047-8423-1C6C59A0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3288" y="321733"/>
            <a:ext cx="9276178" cy="2045548"/>
          </a:xfrm>
        </p:spPr>
        <p:txBody>
          <a:bodyPr>
            <a:normAutofit/>
          </a:bodyPr>
          <a:lstStyle/>
          <a:p>
            <a:pPr algn="l"/>
            <a:r>
              <a:rPr lang="en-US" sz="54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Object Detection</a:t>
            </a:r>
            <a:br>
              <a:rPr lang="en-US" sz="20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</a:br>
            <a:endParaRPr lang="en-US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7532-4B6C-A93E-E3A2-4727D22E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42D4A60-BA2A-2749-9600-719D85B2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465195"/>
            <a:ext cx="1097280" cy="109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D8BB82-91AC-2BFB-3C58-9C2B80BB6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6462" y="1724025"/>
            <a:ext cx="783907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2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AB3-21CC-C047-8423-1C6C59A0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480" y="607526"/>
            <a:ext cx="9276178" cy="1597194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Image segmentation</a:t>
            </a:r>
            <a:br>
              <a:rPr lang="en-US" sz="2000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</a:br>
            <a:br>
              <a:rPr lang="en-US" sz="2000" dirty="0"/>
            </a:br>
            <a:endParaRPr lang="en-US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7532-4B6C-A93E-E3A2-4727D22E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42D4A60-BA2A-2749-9600-719D85B2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465195"/>
            <a:ext cx="1097280" cy="109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40ADE7-9137-B5D6-12C3-7854B5FB5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650" y="1914525"/>
            <a:ext cx="78867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AB3-21CC-C047-8423-1C6C59A0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6960" y="321733"/>
            <a:ext cx="10272506" cy="2126828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b="1" dirty="0"/>
              <a:t>Image classification Vs. Object Detection Vs. Image 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7532-4B6C-A93E-E3A2-4727D22E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42D4A60-BA2A-2749-9600-719D85B2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465195"/>
            <a:ext cx="1097280" cy="109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7C050-F3D8-B1F2-B752-A95273596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480" y="3429000"/>
            <a:ext cx="8763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4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EAB3-21CC-C047-8423-1C6C59A09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3288" y="321733"/>
            <a:ext cx="9276178" cy="927947"/>
          </a:xfrm>
        </p:spPr>
        <p:txBody>
          <a:bodyPr>
            <a:normAutofit fontScale="90000"/>
          </a:bodyPr>
          <a:lstStyle/>
          <a:p>
            <a:pPr algn="l"/>
            <a:r>
              <a:rPr lang="en-US" sz="6600" b="1" dirty="0"/>
              <a:t>Medical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D7532-4B6C-A93E-E3A2-4727D22EC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288" y="4562475"/>
            <a:ext cx="9276178" cy="1687999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F42D4A60-BA2A-2749-9600-719D85B2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465195"/>
            <a:ext cx="1097280" cy="109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26E67B-DDA1-C43E-8329-0638BE616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3612" y="1676400"/>
            <a:ext cx="7724775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6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Office Theme</vt:lpstr>
      <vt:lpstr>Deep Learning- Computer Vision</vt:lpstr>
      <vt:lpstr>Image classification: What object is present in the image</vt:lpstr>
      <vt:lpstr>Multi-class image classification</vt:lpstr>
      <vt:lpstr>Object Detection </vt:lpstr>
      <vt:lpstr>Image segmentation  </vt:lpstr>
      <vt:lpstr>Image classification Vs. Object Detection Vs. Image segmentation</vt:lpstr>
      <vt:lpstr>Medical Image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 Computer Vision</dc:title>
  <dc:creator>Sreenivas Jilla</dc:creator>
  <cp:lastModifiedBy>Sreenivas Jilla</cp:lastModifiedBy>
  <cp:revision>1</cp:revision>
  <dcterms:created xsi:type="dcterms:W3CDTF">2022-12-10T05:28:39Z</dcterms:created>
  <dcterms:modified xsi:type="dcterms:W3CDTF">2024-07-25T12:22:04Z</dcterms:modified>
</cp:coreProperties>
</file>