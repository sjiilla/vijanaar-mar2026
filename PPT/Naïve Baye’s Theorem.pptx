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57" r:id="rId5"/>
    <p:sldId id="258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EAFB0-7172-43D4-A0D5-D68D101D2056}" type="datetimeFigureOut">
              <a:rPr lang="en-IN" smtClean="0"/>
              <a:t>21-05-2020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8476F-BDAB-4CD0-B33E-9DC8BF7B48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689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EAFB0-7172-43D4-A0D5-D68D101D2056}" type="datetimeFigureOut">
              <a:rPr lang="en-IN" smtClean="0"/>
              <a:t>21-05-2020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8476F-BDAB-4CD0-B33E-9DC8BF7B48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248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EAFB0-7172-43D4-A0D5-D68D101D2056}" type="datetimeFigureOut">
              <a:rPr lang="en-IN" smtClean="0"/>
              <a:t>21-05-2020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8476F-BDAB-4CD0-B33E-9DC8BF7B48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9722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EAFB0-7172-43D4-A0D5-D68D101D2056}" type="datetimeFigureOut">
              <a:rPr lang="en-IN" smtClean="0"/>
              <a:t>21-05-2020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8476F-BDAB-4CD0-B33E-9DC8BF7B48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239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EAFB0-7172-43D4-A0D5-D68D101D2056}" type="datetimeFigureOut">
              <a:rPr lang="en-IN" smtClean="0"/>
              <a:t>21-05-2020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8476F-BDAB-4CD0-B33E-9DC8BF7B48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682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EAFB0-7172-43D4-A0D5-D68D101D2056}" type="datetimeFigureOut">
              <a:rPr lang="en-IN" smtClean="0"/>
              <a:t>21-05-2020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8476F-BDAB-4CD0-B33E-9DC8BF7B48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8908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EAFB0-7172-43D4-A0D5-D68D101D2056}" type="datetimeFigureOut">
              <a:rPr lang="en-IN" smtClean="0"/>
              <a:t>21-05-2020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8476F-BDAB-4CD0-B33E-9DC8BF7B48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9061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EAFB0-7172-43D4-A0D5-D68D101D2056}" type="datetimeFigureOut">
              <a:rPr lang="en-IN" smtClean="0"/>
              <a:t>21-05-2020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8476F-BDAB-4CD0-B33E-9DC8BF7B48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9163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EAFB0-7172-43D4-A0D5-D68D101D2056}" type="datetimeFigureOut">
              <a:rPr lang="en-IN" smtClean="0"/>
              <a:t>21-05-2020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8476F-BDAB-4CD0-B33E-9DC8BF7B48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3883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EAFB0-7172-43D4-A0D5-D68D101D2056}" type="datetimeFigureOut">
              <a:rPr lang="en-IN" smtClean="0"/>
              <a:t>21-05-2020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8476F-BDAB-4CD0-B33E-9DC8BF7B48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3963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EAFB0-7172-43D4-A0D5-D68D101D2056}" type="datetimeFigureOut">
              <a:rPr lang="en-IN" smtClean="0"/>
              <a:t>21-05-2020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8476F-BDAB-4CD0-B33E-9DC8BF7B48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9191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4EAFB0-7172-43D4-A0D5-D68D101D2056}" type="datetimeFigureOut">
              <a:rPr lang="en-IN" smtClean="0"/>
              <a:t>21-05-2020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88476F-BDAB-4CD0-B33E-9DC8BF7B48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8666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/>
              <a:t>Naïve </a:t>
            </a:r>
            <a:r>
              <a:rPr lang="en-IN" dirty="0" err="1"/>
              <a:t>Baye’s</a:t>
            </a:r>
            <a:r>
              <a:rPr lang="en-IN" dirty="0"/>
              <a:t> Theorem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40522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7552" y="1600200"/>
            <a:ext cx="5908896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63366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" y="1908651"/>
            <a:ext cx="7528560" cy="3909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36054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Naïve </a:t>
            </a:r>
            <a:r>
              <a:rPr lang="en-IN" dirty="0" err="1"/>
              <a:t>Baye’s</a:t>
            </a:r>
            <a:r>
              <a:rPr lang="en-IN" dirty="0"/>
              <a:t> Theorem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Naïve </a:t>
            </a:r>
            <a:r>
              <a:rPr lang="en-IN" dirty="0" err="1"/>
              <a:t>Baye’s</a:t>
            </a:r>
            <a:r>
              <a:rPr lang="en-IN" dirty="0"/>
              <a:t> theorem is a supervised learning algorithm</a:t>
            </a:r>
          </a:p>
          <a:p>
            <a:r>
              <a:rPr lang="en-IN" dirty="0"/>
              <a:t>Naïve </a:t>
            </a:r>
            <a:r>
              <a:rPr lang="en-IN" dirty="0" err="1"/>
              <a:t>Baye’s</a:t>
            </a:r>
            <a:r>
              <a:rPr lang="en-IN" dirty="0"/>
              <a:t> algorithm is based on </a:t>
            </a:r>
            <a:r>
              <a:rPr lang="en-IN" b="1" u="sng" dirty="0"/>
              <a:t>Naïve</a:t>
            </a:r>
            <a:r>
              <a:rPr lang="en-IN" dirty="0"/>
              <a:t> assumption of independence b/w every pair of features.</a:t>
            </a:r>
          </a:p>
          <a:p>
            <a:r>
              <a:rPr lang="en-IN" dirty="0"/>
              <a:t>Given class variable Morning Work Out(y) and dependent feature </a:t>
            </a:r>
            <a:r>
              <a:rPr lang="en-IN" b="1" dirty="0"/>
              <a:t>vector</a:t>
            </a:r>
            <a:r>
              <a:rPr lang="en-IN" dirty="0"/>
              <a:t> of Morning Breakfast thru……….Night Dinner(x1, x2……</a:t>
            </a:r>
            <a:r>
              <a:rPr lang="en-IN" dirty="0" err="1"/>
              <a:t>xn</a:t>
            </a:r>
            <a:r>
              <a:rPr lang="en-IN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800122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Naïve </a:t>
            </a:r>
            <a:r>
              <a:rPr lang="en-IN" dirty="0" err="1"/>
              <a:t>Baye’s</a:t>
            </a:r>
            <a:r>
              <a:rPr lang="en-IN" dirty="0"/>
              <a:t> Theorem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Baye’s</a:t>
            </a:r>
            <a:r>
              <a:rPr lang="en-IN" dirty="0"/>
              <a:t> theorem states the above as follows: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Above same theorem can be generalised as:</a:t>
            </a:r>
          </a:p>
          <a:p>
            <a:endParaRPr lang="en-IN" b="1" dirty="0"/>
          </a:p>
        </p:txBody>
      </p:sp>
      <p:sp>
        <p:nvSpPr>
          <p:cNvPr id="4" name="AutoShape 4" descr="P(y \mid x_1, \dots, x_n) = \frac{P(y) P(x_1, \dots x_n \mid y)}&#10;                                 {P(x_1, \dots, x_n)}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2514600"/>
            <a:ext cx="516255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4648200"/>
            <a:ext cx="4924425" cy="101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7131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Partial 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Naive Bayes models can be used to tackle large scale classification problems for which the full training set might not fit in memory. </a:t>
            </a:r>
          </a:p>
          <a:p>
            <a:r>
              <a:rPr lang="en-IN" dirty="0"/>
              <a:t>To handle this case  </a:t>
            </a:r>
            <a:r>
              <a:rPr lang="en-IN" b="1" dirty="0" err="1"/>
              <a:t>GaussianNB</a:t>
            </a:r>
            <a:r>
              <a:rPr lang="en-IN" dirty="0"/>
              <a:t> , </a:t>
            </a:r>
            <a:r>
              <a:rPr lang="en-IN" b="1" dirty="0" err="1"/>
              <a:t>BernoulliNB</a:t>
            </a:r>
            <a:r>
              <a:rPr lang="en-IN" dirty="0"/>
              <a:t> and  </a:t>
            </a:r>
            <a:r>
              <a:rPr lang="en-IN" b="1" dirty="0" err="1"/>
              <a:t>MultinomialNB</a:t>
            </a:r>
            <a:r>
              <a:rPr lang="en-IN" dirty="0"/>
              <a:t>  expose a </a:t>
            </a:r>
            <a:r>
              <a:rPr lang="en-IN" b="1" dirty="0" err="1">
                <a:effectLst/>
              </a:rPr>
              <a:t>partial_fit</a:t>
            </a:r>
            <a:r>
              <a:rPr lang="en-IN" dirty="0"/>
              <a:t> method that can be used incrementally.</a:t>
            </a:r>
          </a:p>
        </p:txBody>
      </p:sp>
    </p:spTree>
    <p:extLst>
      <p:ext uri="{BB962C8B-B14F-4D97-AF65-F5344CB8AC3E}">
        <p14:creationId xmlns:p14="http://schemas.microsoft.com/office/powerpoint/2010/main" val="1053350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127</Words>
  <Application>Microsoft Office PowerPoint</Application>
  <PresentationFormat>On-screen Show (4:3)</PresentationFormat>
  <Paragraphs>15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 Naïve Baye’s Theorem</vt:lpstr>
      <vt:lpstr>PowerPoint Presentation</vt:lpstr>
      <vt:lpstr>PowerPoint Presentation</vt:lpstr>
      <vt:lpstr>Naïve Baye’s Theorem</vt:lpstr>
      <vt:lpstr>Naïve Baye’s Theorem</vt:lpstr>
      <vt:lpstr>Partial Fit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Naïve Baye’s Theorem</dc:title>
  <dc:creator>Sreenivas</dc:creator>
  <cp:lastModifiedBy>Sreenivas Jilla</cp:lastModifiedBy>
  <cp:revision>10</cp:revision>
  <dcterms:created xsi:type="dcterms:W3CDTF">2018-05-04T01:28:49Z</dcterms:created>
  <dcterms:modified xsi:type="dcterms:W3CDTF">2020-05-21T17:19:12Z</dcterms:modified>
</cp:coreProperties>
</file>